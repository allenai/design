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embeddedFontLst>
    <p:embeddedFont>
      <p:font typeface="Manrope SemiBold"/>
      <p:regular r:id="rId64"/>
      <p:bold r:id="rId65"/>
    </p:embeddedFont>
    <p:embeddedFont>
      <p:font typeface="Lato"/>
      <p:regular r:id="rId66"/>
      <p:bold r:id="rId67"/>
      <p:italic r:id="rId68"/>
      <p:boldItalic r:id="rId69"/>
    </p:embeddedFont>
    <p:embeddedFont>
      <p:font typeface="Manrope"/>
      <p:regular r:id="rId70"/>
      <p:bold r:id="rId71"/>
    </p:embeddedFont>
    <p:embeddedFont>
      <p:font typeface="Roboto Mono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F503E7-CC8A-4E17-9C0E-CC09927F808C}">
  <a:tblStyle styleId="{F5F503E7-CC8A-4E17-9C0E-CC09927F80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bold.fntdata"/><Relationship Id="rId72" Type="http://schemas.openxmlformats.org/officeDocument/2006/relationships/font" Target="fonts/RobotoMono-regular.fntdata"/><Relationship Id="rId31" Type="http://schemas.openxmlformats.org/officeDocument/2006/relationships/slide" Target="slides/slide25.xml"/><Relationship Id="rId75" Type="http://schemas.openxmlformats.org/officeDocument/2006/relationships/font" Target="fonts/RobotoMono-boldItalic.fntdata"/><Relationship Id="rId30" Type="http://schemas.openxmlformats.org/officeDocument/2006/relationships/slide" Target="slides/slide24.xml"/><Relationship Id="rId74" Type="http://schemas.openxmlformats.org/officeDocument/2006/relationships/font" Target="fonts/RobotoMono-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Manrope-bold.fntdata"/><Relationship Id="rId70" Type="http://schemas.openxmlformats.org/officeDocument/2006/relationships/font" Target="fonts/Manrope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ManropeSemiBold-regular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Lato-regular.fntdata"/><Relationship Id="rId21" Type="http://schemas.openxmlformats.org/officeDocument/2006/relationships/slide" Target="slides/slide15.xml"/><Relationship Id="rId65" Type="http://schemas.openxmlformats.org/officeDocument/2006/relationships/font" Target="fonts/ManropeSemiBold-bold.fntdata"/><Relationship Id="rId24" Type="http://schemas.openxmlformats.org/officeDocument/2006/relationships/slide" Target="slides/slide18.xml"/><Relationship Id="rId68" Type="http://schemas.openxmlformats.org/officeDocument/2006/relationships/font" Target="fonts/Lato-italic.fntdata"/><Relationship Id="rId23" Type="http://schemas.openxmlformats.org/officeDocument/2006/relationships/slide" Target="slides/slide17.xml"/><Relationship Id="rId67" Type="http://schemas.openxmlformats.org/officeDocument/2006/relationships/font" Target="fonts/La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La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eac76263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eac76263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da56616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6da56616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eae1fea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6eae1fea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0c06b278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10c06b278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ea9d79f2b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6ea9d79f2b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ea9d79f2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6ea9d79f2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ea9d79f2b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ea9d79f2b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ea9d79f2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6ea9d79f2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ea9d79f2b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6ea9d79f2b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ea9d79f2b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ea9d79f2b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ea9d79f2b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ea9d79f2b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ea9d79f2b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6ea9d79f2b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ea9d79f2b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ea9d79f2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ea9d79f2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6ea9d79f2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ea9d79f2b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6ea9d79f2b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ea9d79f2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ea9d79f2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ea9d79f2b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6ea9d79f2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ea9d79f2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6ea9d79f2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ea9d79f2b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6ea9d79f2b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ea9d79f2b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6ea9d79f2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ea9d79f2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6ea9d79f2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6ea9d79f2b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6ea9d79f2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ea9d79f2b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6ea9d79f2b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ea9d79f2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6ea9d79f2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ea9d79f2b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6ea9d79f2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6ea9d79f2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6ea9d79f2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eb209ad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eb209ad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ea9d79f2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6ea9d79f2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c06b2788e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10c06b2788e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6ea9d79f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6ea9d79f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74db1a654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74db1a654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74db1a654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74db1a654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ea9d79f2b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6ea9d79f2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ea9d79f2b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6ea9d79f2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6ea9d79f2b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6ea9d79f2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ea9d79f2b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6ea9d79f2b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6ea9d79f2b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6ea9d79f2b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6ea9d79f2b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6ea9d79f2b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ea9d79f2b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6ea9d79f2b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7109bf1d12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7109bf1d12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0c06b2788e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10c06b2788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6ea9d79f2b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6ea9d79f2b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ea9d79f2b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ea9d79f2b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ea9d79f2b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ea9d79f2b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eae1fea8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6eae1fea8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6eb209ad1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6eb209ad1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ea9d79f2b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ea9d79f2b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6ea9d79f2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6ea9d79f2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6ea9d79f2b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6ea9d79f2b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6ea9d79f2b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6ea9d79f2b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6ea9d79f2b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6ea9d79f2b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6ea9d79f2b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6ea9d79f2b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ea9d79f2b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ea9d79f2b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6ea9d79f2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6ea9d79f2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6ea9d79f2b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6ea9d79f2b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ea9d79f2b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6ea9d79f2b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R Logo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638" y="1121775"/>
            <a:ext cx="4108726" cy="2310101"/>
          </a:xfrm>
          <a:prstGeom prst="rect">
            <a:avLst/>
          </a:prstGeom>
          <a:noFill/>
          <a:ln>
            <a:noFill/>
          </a:ln>
          <a:effectLst>
            <a:outerShdw blurRad="928688" rotWithShape="0" algn="bl" dir="5400000" dist="76200">
              <a:schemeClr val="dk1"/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o Dark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o Light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iland">
  <p:cSld name="CUSTOM_4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on">
  <p:cSld name="CUSTOM_4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6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 panda">
  <p:cSld name="CUSTOM_4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ucan">
  <p:cSld name="CUSTOM_4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ger">
  <p:cSld name="CUSTOM_4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9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urtle">
  <p:cSld name="CUSTOM_4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0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5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311700" y="16459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5_1">
    <p:bg>
      <p:bgPr>
        <a:solidFill>
          <a:schemeClr val="dk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/>
          <p:nvPr>
            <p:ph idx="2" type="pic"/>
          </p:nvPr>
        </p:nvSpPr>
        <p:spPr>
          <a:xfrm>
            <a:off x="641500" y="884700"/>
            <a:ext cx="3348000" cy="3374100"/>
          </a:xfrm>
          <a:prstGeom prst="roundRect">
            <a:avLst>
              <a:gd fmla="val 2734" name="adj"/>
            </a:avLst>
          </a:prstGeom>
          <a:noFill/>
          <a:ln>
            <a:noFill/>
          </a:ln>
        </p:spPr>
      </p:sp>
      <p:sp>
        <p:nvSpPr>
          <p:cNvPr id="31" name="Google Shape;31;p12"/>
          <p:cNvSpPr txBox="1"/>
          <p:nvPr>
            <p:ph hasCustomPrompt="1" type="title"/>
          </p:nvPr>
        </p:nvSpPr>
        <p:spPr>
          <a:xfrm>
            <a:off x="4154350" y="109980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  <a:defRPr b="1" sz="14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12"/>
          <p:cNvSpPr txBox="1"/>
          <p:nvPr>
            <p:ph idx="1" type="subTitle"/>
          </p:nvPr>
        </p:nvSpPr>
        <p:spPr>
          <a:xfrm>
            <a:off x="6118500" y="111645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hasCustomPrompt="1" idx="3" type="title"/>
          </p:nvPr>
        </p:nvSpPr>
        <p:spPr>
          <a:xfrm>
            <a:off x="4154350" y="177735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  <a:defRPr b="1" sz="14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12"/>
          <p:cNvSpPr txBox="1"/>
          <p:nvPr>
            <p:ph idx="4" type="subTitle"/>
          </p:nvPr>
        </p:nvSpPr>
        <p:spPr>
          <a:xfrm>
            <a:off x="6118500" y="179400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hasCustomPrompt="1" idx="5" type="title"/>
          </p:nvPr>
        </p:nvSpPr>
        <p:spPr>
          <a:xfrm>
            <a:off x="4154350" y="247155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  <a:defRPr b="1" sz="14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12"/>
          <p:cNvSpPr txBox="1"/>
          <p:nvPr>
            <p:ph idx="6" type="subTitle"/>
          </p:nvPr>
        </p:nvSpPr>
        <p:spPr>
          <a:xfrm>
            <a:off x="6118500" y="248820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7" name="Google Shape;37;p12"/>
          <p:cNvSpPr txBox="1"/>
          <p:nvPr>
            <p:ph hasCustomPrompt="1" idx="7" type="title"/>
          </p:nvPr>
        </p:nvSpPr>
        <p:spPr>
          <a:xfrm>
            <a:off x="4154350" y="316575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  <a:defRPr b="1" sz="14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12"/>
          <p:cNvSpPr txBox="1"/>
          <p:nvPr>
            <p:ph idx="8" type="subTitle"/>
          </p:nvPr>
        </p:nvSpPr>
        <p:spPr>
          <a:xfrm>
            <a:off x="6118500" y="318240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9" name="Google Shape;39;p12"/>
          <p:cNvSpPr txBox="1"/>
          <p:nvPr>
            <p:ph hasCustomPrompt="1" idx="9" type="title"/>
          </p:nvPr>
        </p:nvSpPr>
        <p:spPr>
          <a:xfrm>
            <a:off x="4154350" y="385995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nrope"/>
              <a:buNone/>
              <a:defRPr b="1" sz="14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 sz="14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12"/>
          <p:cNvSpPr txBox="1"/>
          <p:nvPr>
            <p:ph idx="13" type="subTitle"/>
          </p:nvPr>
        </p:nvSpPr>
        <p:spPr>
          <a:xfrm>
            <a:off x="6118500" y="387660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1" name="Google Shape;41;p12"/>
          <p:cNvCxnSpPr/>
          <p:nvPr/>
        </p:nvCxnSpPr>
        <p:spPr>
          <a:xfrm>
            <a:off x="4192975" y="932850"/>
            <a:ext cx="4791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12"/>
          <p:cNvCxnSpPr/>
          <p:nvPr/>
        </p:nvCxnSpPr>
        <p:spPr>
          <a:xfrm>
            <a:off x="4192975" y="1602075"/>
            <a:ext cx="4791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12"/>
          <p:cNvCxnSpPr/>
          <p:nvPr/>
        </p:nvCxnSpPr>
        <p:spPr>
          <a:xfrm>
            <a:off x="4192975" y="2281125"/>
            <a:ext cx="4791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12"/>
          <p:cNvCxnSpPr/>
          <p:nvPr/>
        </p:nvCxnSpPr>
        <p:spPr>
          <a:xfrm>
            <a:off x="4192975" y="3007775"/>
            <a:ext cx="4791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" name="Google Shape;45;p12"/>
          <p:cNvCxnSpPr/>
          <p:nvPr/>
        </p:nvCxnSpPr>
        <p:spPr>
          <a:xfrm>
            <a:off x="4192975" y="3706475"/>
            <a:ext cx="4791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12" title="EarthRanger-Logo_Ai2-H-white.png"/>
          <p:cNvPicPr preferRelativeResize="0"/>
          <p:nvPr/>
        </p:nvPicPr>
        <p:blipFill rotWithShape="1">
          <a:blip r:embed="rId2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 - Topo Dark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311150" y="3225100"/>
            <a:ext cx="7481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311200" y="3990700"/>
            <a:ext cx="7481700" cy="56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4902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50" name="Google Shape;5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50" y="1030300"/>
            <a:ext cx="4419174" cy="1018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, No Logo, Light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150" y="3225100"/>
            <a:ext cx="7481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311200" y="3990700"/>
            <a:ext cx="74817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54" name="Google Shape;5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dark">
  <p:cSld name="CUSTOM_2">
    <p:bg>
      <p:bgPr>
        <a:solidFill>
          <a:schemeClr val="dk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11150" y="1273875"/>
            <a:ext cx="6658500" cy="3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" name="Google Shape;57;p15"/>
          <p:cNvSpPr txBox="1"/>
          <p:nvPr>
            <p:ph type="title"/>
          </p:nvPr>
        </p:nvSpPr>
        <p:spPr>
          <a:xfrm>
            <a:off x="311150" y="167200"/>
            <a:ext cx="81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8" name="Google Shape;58;p15" title="EarthRanger-Logo_Ai2-H-white.png"/>
          <p:cNvPicPr preferRelativeResize="0"/>
          <p:nvPr/>
        </p:nvPicPr>
        <p:blipFill rotWithShape="1">
          <a:blip r:embed="rId2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952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Light">
  <p:cSld name="TITLE_AND_TWO_COLUMNS_1_1_2">
    <p:bg>
      <p:bgPr>
        <a:solidFill>
          <a:schemeClr val="accen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11700" y="1273875"/>
            <a:ext cx="86010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2" name="Google Shape;6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6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and text - 2 images">
  <p:cSld name="TITLE_AND_BODY_1">
    <p:bg>
      <p:bgPr>
        <a:solidFill>
          <a:schemeClr val="accen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311700" y="1273875"/>
            <a:ext cx="33453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17"/>
          <p:cNvSpPr/>
          <p:nvPr>
            <p:ph idx="2" type="pic"/>
          </p:nvPr>
        </p:nvSpPr>
        <p:spPr>
          <a:xfrm>
            <a:off x="4137675" y="1279600"/>
            <a:ext cx="3063600" cy="2026800"/>
          </a:xfrm>
          <a:prstGeom prst="roundRect">
            <a:avLst>
              <a:gd fmla="val 8381" name="adj"/>
            </a:avLst>
          </a:prstGeom>
          <a:noFill/>
          <a:ln>
            <a:noFill/>
          </a:ln>
          <a:effectLst>
            <a:outerShdw blurRad="85725" rotWithShape="0" algn="bl" dir="5400000" dist="57150">
              <a:srgbClr val="000000">
                <a:alpha val="21960"/>
              </a:srgbClr>
            </a:outerShdw>
          </a:effectLst>
        </p:spPr>
      </p:sp>
      <p:sp>
        <p:nvSpPr>
          <p:cNvPr id="66" name="Google Shape;66;p17"/>
          <p:cNvSpPr/>
          <p:nvPr>
            <p:ph idx="3" type="pic"/>
          </p:nvPr>
        </p:nvSpPr>
        <p:spPr>
          <a:xfrm>
            <a:off x="5772200" y="2480600"/>
            <a:ext cx="3063600" cy="2026800"/>
          </a:xfrm>
          <a:prstGeom prst="roundRect">
            <a:avLst>
              <a:gd fmla="val 7847" name="adj"/>
            </a:avLst>
          </a:prstGeom>
          <a:noFill/>
          <a:ln>
            <a:noFill/>
          </a:ln>
          <a:effectLst>
            <a:outerShdw blurRad="85725" rotWithShape="0" algn="bl" dir="5400000" dist="57150">
              <a:srgbClr val="000000">
                <a:alpha val="21960"/>
              </a:srgbClr>
            </a:outerShdw>
          </a:effectLst>
        </p:spPr>
      </p:sp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68" name="Google Shape;6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arge image">
  <p:cSld name="TITLE_AND_TWO_COLUMNS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/>
          <p:nvPr>
            <p:ph idx="2" type="pic"/>
          </p:nvPr>
        </p:nvSpPr>
        <p:spPr>
          <a:xfrm>
            <a:off x="311700" y="1273875"/>
            <a:ext cx="8598600" cy="3228900"/>
          </a:xfrm>
          <a:prstGeom prst="roundRect">
            <a:avLst>
              <a:gd fmla="val 5011" name="adj"/>
            </a:avLst>
          </a:prstGeom>
          <a:noFill/>
          <a:ln>
            <a:noFill/>
          </a:ln>
        </p:spPr>
      </p:sp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2" name="Google Shape;7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image right">
  <p:cSld name="TITLE_AND_TWO_COLUMNS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273875"/>
            <a:ext cx="38556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/>
          <p:nvPr>
            <p:ph idx="2" type="pic"/>
          </p:nvPr>
        </p:nvSpPr>
        <p:spPr>
          <a:xfrm>
            <a:off x="4563600" y="1273875"/>
            <a:ext cx="4346700" cy="3228900"/>
          </a:xfrm>
          <a:prstGeom prst="roundRect">
            <a:avLst>
              <a:gd fmla="val 4074" name="adj"/>
            </a:avLst>
          </a:prstGeom>
          <a:noFill/>
          <a:ln>
            <a:noFill/>
          </a:ln>
        </p:spPr>
      </p:sp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image left">
  <p:cSld name="TITLE_AND_TWO_COLUMNS_1_1_3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5047325" y="1273875"/>
            <a:ext cx="3855600" cy="3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0"/>
          <p:cNvSpPr/>
          <p:nvPr>
            <p:ph idx="2" type="pic"/>
          </p:nvPr>
        </p:nvSpPr>
        <p:spPr>
          <a:xfrm>
            <a:off x="311150" y="1273875"/>
            <a:ext cx="4346700" cy="3228900"/>
          </a:xfrm>
          <a:prstGeom prst="roundRect">
            <a:avLst>
              <a:gd fmla="val 5028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311150" y="167200"/>
            <a:ext cx="81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2" name="Google Shape;8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61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mode - section title slide - 1/2 photo">
  <p:cSld name="SECTION_HEADER_2_1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311150" y="1447725"/>
            <a:ext cx="41535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800"/>
              <a:buNone/>
              <a:defRPr sz="38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311150" y="3049300"/>
            <a:ext cx="41535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21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7" name="Google Shape;87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mode - section title slide - 1/2 photo">
  <p:cSld name="SECTION_HEADER_2_2"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311150" y="1447725"/>
            <a:ext cx="41535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0" name="Google Shape;90;p22"/>
          <p:cNvSpPr txBox="1"/>
          <p:nvPr>
            <p:ph idx="1" type="subTitle"/>
          </p:nvPr>
        </p:nvSpPr>
        <p:spPr>
          <a:xfrm>
            <a:off x="311150" y="3049300"/>
            <a:ext cx="41535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22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2" name="Google Shape;92;p2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mode - section title slide - 2/3 photo - left">
  <p:cSld name="SECTION_HEADER_2_1_2_1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>
            <p:ph idx="2" type="pic"/>
          </p:nvPr>
        </p:nvSpPr>
        <p:spPr>
          <a:xfrm>
            <a:off x="0" y="0"/>
            <a:ext cx="5943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23"/>
          <p:cNvSpPr txBox="1"/>
          <p:nvPr>
            <p:ph type="title"/>
          </p:nvPr>
        </p:nvSpPr>
        <p:spPr>
          <a:xfrm>
            <a:off x="6329000" y="448325"/>
            <a:ext cx="2460000" cy="29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" type="subTitle"/>
          </p:nvPr>
        </p:nvSpPr>
        <p:spPr>
          <a:xfrm>
            <a:off x="6329125" y="3572850"/>
            <a:ext cx="24600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7" name="Google Shape;97;p23" title="EarthRanger-Logo_Ai2-H-white.png"/>
          <p:cNvPicPr preferRelativeResize="0"/>
          <p:nvPr/>
        </p:nvPicPr>
        <p:blipFill rotWithShape="1">
          <a:blip r:embed="rId2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751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mode - section title slide - 2/3 photo - left">
  <p:cSld name="SECTION_HEADER_2_2_1_1">
    <p:bg>
      <p:bgPr>
        <a:solidFill>
          <a:schemeClr val="accen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/>
          <p:nvPr>
            <p:ph idx="2" type="pic"/>
          </p:nvPr>
        </p:nvSpPr>
        <p:spPr>
          <a:xfrm>
            <a:off x="0" y="0"/>
            <a:ext cx="5943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4"/>
          <p:cNvSpPr txBox="1"/>
          <p:nvPr>
            <p:ph type="title"/>
          </p:nvPr>
        </p:nvSpPr>
        <p:spPr>
          <a:xfrm>
            <a:off x="6319650" y="448325"/>
            <a:ext cx="2460000" cy="29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" name="Google Shape;101;p24"/>
          <p:cNvSpPr txBox="1"/>
          <p:nvPr>
            <p:ph idx="1" type="subTitle"/>
          </p:nvPr>
        </p:nvSpPr>
        <p:spPr>
          <a:xfrm>
            <a:off x="6319775" y="3572850"/>
            <a:ext cx="2460000" cy="1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02" name="Google Shape;10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74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mode - section title slide - 2/3 photo - right">
  <p:cSld name="SECTION_HEADER_2_1_2">
    <p:bg>
      <p:bgPr>
        <a:solidFill>
          <a:schemeClr val="dk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>
            <p:ph idx="2" type="pic"/>
          </p:nvPr>
        </p:nvSpPr>
        <p:spPr>
          <a:xfrm>
            <a:off x="3200400" y="0"/>
            <a:ext cx="5943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5"/>
          <p:cNvSpPr txBox="1"/>
          <p:nvPr>
            <p:ph type="title"/>
          </p:nvPr>
        </p:nvSpPr>
        <p:spPr>
          <a:xfrm>
            <a:off x="311150" y="448325"/>
            <a:ext cx="2434800" cy="29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None/>
              <a:defRPr sz="3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" type="subTitle"/>
          </p:nvPr>
        </p:nvSpPr>
        <p:spPr>
          <a:xfrm>
            <a:off x="311250" y="3572850"/>
            <a:ext cx="24348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0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mode - section title slide - 2/3 photo - right">
  <p:cSld name="SECTION_HEADER_2_2_1">
    <p:bg>
      <p:bgPr>
        <a:solidFill>
          <a:schemeClr val="accen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>
            <p:ph idx="2" type="pic"/>
          </p:nvPr>
        </p:nvSpPr>
        <p:spPr>
          <a:xfrm>
            <a:off x="3200400" y="0"/>
            <a:ext cx="5943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6"/>
          <p:cNvSpPr txBox="1"/>
          <p:nvPr>
            <p:ph type="title"/>
          </p:nvPr>
        </p:nvSpPr>
        <p:spPr>
          <a:xfrm>
            <a:off x="311150" y="448325"/>
            <a:ext cx="2434800" cy="29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0" name="Google Shape;110;p26"/>
          <p:cNvSpPr txBox="1"/>
          <p:nvPr>
            <p:ph idx="1" type="subTitle"/>
          </p:nvPr>
        </p:nvSpPr>
        <p:spPr>
          <a:xfrm>
            <a:off x="311250" y="3572850"/>
            <a:ext cx="24348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0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n photography 1">
  <p:cSld name="CUSTOM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150" y="1444750"/>
            <a:ext cx="4218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1" type="subTitle"/>
          </p:nvPr>
        </p:nvSpPr>
        <p:spPr>
          <a:xfrm>
            <a:off x="311150" y="3044950"/>
            <a:ext cx="74817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114" name="Google Shape;114;p27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n photography 2">
  <p:cSld name="CUSTOM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311150" y="1444750"/>
            <a:ext cx="4218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1" type="subTitle"/>
          </p:nvPr>
        </p:nvSpPr>
        <p:spPr>
          <a:xfrm>
            <a:off x="311150" y="3044950"/>
            <a:ext cx="74817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118" name="Google Shape;118;p28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n photography 2 1">
  <p:cSld name="CUSTOM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311150" y="1444750"/>
            <a:ext cx="4218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" name="Google Shape;121;p29"/>
          <p:cNvSpPr txBox="1"/>
          <p:nvPr>
            <p:ph idx="1" type="subTitle"/>
          </p:nvPr>
        </p:nvSpPr>
        <p:spPr>
          <a:xfrm>
            <a:off x="311150" y="3044950"/>
            <a:ext cx="74817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22" name="Google Shape;122;p29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TITLE_AND_TWO_COLUMNS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ubtitle">
  <p:cSld name="TITLE_AND_TWO_COLUMNS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31"/>
          <p:cNvSpPr/>
          <p:nvPr/>
        </p:nvSpPr>
        <p:spPr>
          <a:xfrm>
            <a:off x="10" y="4649325"/>
            <a:ext cx="9183900" cy="49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1"/>
          <p:cNvSpPr txBox="1"/>
          <p:nvPr>
            <p:ph idx="1" type="subTitle"/>
          </p:nvPr>
        </p:nvSpPr>
        <p:spPr>
          <a:xfrm>
            <a:off x="311150" y="4678297"/>
            <a:ext cx="41304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9" name="Google Shape;129;p31" title="EarthRanger-Logo_Ai2-H-white.png"/>
          <p:cNvPicPr preferRelativeResize="0"/>
          <p:nvPr/>
        </p:nvPicPr>
        <p:blipFill rotWithShape="1">
          <a:blip r:embed="rId2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AND_TWO_COLUMNS_1_1_1_1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light">
  <p:cSld name="CUSTOM_6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 txBox="1"/>
          <p:nvPr>
            <p:ph type="title"/>
          </p:nvPr>
        </p:nvSpPr>
        <p:spPr>
          <a:xfrm>
            <a:off x="311700" y="445025"/>
            <a:ext cx="5815500" cy="4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" name="Google Shape;134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teal">
  <p:cSld name="CUSTOM_6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311700" y="445025"/>
            <a:ext cx="5815500" cy="4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7" name="Google Shape;137;p34" title="EarthRanger-Logo_Ai2-H-white.png"/>
          <p:cNvPicPr preferRelativeResize="0"/>
          <p:nvPr/>
        </p:nvPicPr>
        <p:blipFill rotWithShape="1">
          <a:blip r:embed="rId2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dark">
  <p:cSld name="CUSTOM_6_1_1"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311700" y="445025"/>
            <a:ext cx="5815500" cy="4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0" name="Google Shape;140;p35" title="EarthRanger-Logo_Ai2-H-white.png"/>
          <p:cNvPicPr preferRelativeResize="0"/>
          <p:nvPr/>
        </p:nvPicPr>
        <p:blipFill rotWithShape="1">
          <a:blip r:embed="rId2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ptop - left">
  <p:cSld name="CUSTOM_3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" y="785075"/>
            <a:ext cx="5031490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6"/>
          <p:cNvSpPr/>
          <p:nvPr>
            <p:ph idx="2" type="pic"/>
          </p:nvPr>
        </p:nvSpPr>
        <p:spPr>
          <a:xfrm>
            <a:off x="0" y="962325"/>
            <a:ext cx="4271400" cy="33387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6"/>
          <p:cNvSpPr txBox="1"/>
          <p:nvPr>
            <p:ph idx="1" type="body"/>
          </p:nvPr>
        </p:nvSpPr>
        <p:spPr>
          <a:xfrm>
            <a:off x="6117600" y="1031050"/>
            <a:ext cx="2077200" cy="27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45" name="Google Shape;1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ptop - right">
  <p:cSld name="CUSTOM_3_2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127617" y="785075"/>
            <a:ext cx="5031490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7"/>
          <p:cNvSpPr/>
          <p:nvPr>
            <p:ph idx="2" type="pic"/>
          </p:nvPr>
        </p:nvSpPr>
        <p:spPr>
          <a:xfrm>
            <a:off x="4887719" y="962325"/>
            <a:ext cx="4271400" cy="33387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37"/>
          <p:cNvSpPr txBox="1"/>
          <p:nvPr>
            <p:ph idx="1" type="body"/>
          </p:nvPr>
        </p:nvSpPr>
        <p:spPr>
          <a:xfrm>
            <a:off x="913200" y="1031050"/>
            <a:ext cx="2077200" cy="27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50" name="Google Shape;1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ptop - full">
  <p:cSld name="CUSTOM_3_2_2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8" title="laptop-black-clay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3055478" y="785075"/>
            <a:ext cx="635692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8"/>
          <p:cNvSpPr/>
          <p:nvPr/>
        </p:nvSpPr>
        <p:spPr>
          <a:xfrm>
            <a:off x="3723478" y="873375"/>
            <a:ext cx="5002200" cy="341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4" name="Google Shape;154;p38"/>
          <p:cNvSpPr/>
          <p:nvPr>
            <p:ph idx="2" type="pic"/>
          </p:nvPr>
        </p:nvSpPr>
        <p:spPr>
          <a:xfrm>
            <a:off x="3733578" y="883475"/>
            <a:ext cx="4992000" cy="3357600"/>
          </a:xfrm>
          <a:prstGeom prst="roundRect">
            <a:avLst>
              <a:gd fmla="val 3605" name="adj"/>
            </a:avLst>
          </a:prstGeom>
          <a:noFill/>
          <a:ln>
            <a:noFill/>
          </a:ln>
        </p:spPr>
      </p:sp>
      <p:sp>
        <p:nvSpPr>
          <p:cNvPr id="155" name="Google Shape;155;p38"/>
          <p:cNvSpPr txBox="1"/>
          <p:nvPr>
            <p:ph idx="1" type="body"/>
          </p:nvPr>
        </p:nvSpPr>
        <p:spPr>
          <a:xfrm>
            <a:off x="913200" y="1031050"/>
            <a:ext cx="2077200" cy="27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56" name="Google Shape;1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ptop + Android">
  <p:cSld name="CUSTOM_3_2_2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9" title="laptop-black-clay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2611728" y="785075"/>
            <a:ext cx="635692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9"/>
          <p:cNvSpPr/>
          <p:nvPr/>
        </p:nvSpPr>
        <p:spPr>
          <a:xfrm>
            <a:off x="3279728" y="873375"/>
            <a:ext cx="5002200" cy="341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0" name="Google Shape;160;p39"/>
          <p:cNvSpPr/>
          <p:nvPr>
            <p:ph idx="2" type="pic"/>
          </p:nvPr>
        </p:nvSpPr>
        <p:spPr>
          <a:xfrm>
            <a:off x="3289828" y="883475"/>
            <a:ext cx="4992000" cy="3357600"/>
          </a:xfrm>
          <a:prstGeom prst="roundRect">
            <a:avLst>
              <a:gd fmla="val 3605" name="adj"/>
            </a:avLst>
          </a:prstGeom>
          <a:noFill/>
          <a:ln>
            <a:noFill/>
          </a:ln>
        </p:spPr>
      </p:sp>
      <p:pic>
        <p:nvPicPr>
          <p:cNvPr id="161" name="Google Shape;1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9"/>
          <p:cNvSpPr/>
          <p:nvPr>
            <p:ph idx="3" type="pic"/>
          </p:nvPr>
        </p:nvSpPr>
        <p:spPr>
          <a:xfrm>
            <a:off x="506007" y="665113"/>
            <a:ext cx="1750500" cy="3814200"/>
          </a:xfrm>
          <a:prstGeom prst="roundRect">
            <a:avLst>
              <a:gd fmla="val 5066" name="adj"/>
            </a:avLst>
          </a:prstGeom>
          <a:noFill/>
          <a:ln>
            <a:noFill/>
          </a:ln>
        </p:spPr>
      </p:sp>
      <p:pic>
        <p:nvPicPr>
          <p:cNvPr id="163" name="Google Shape;163;p39"/>
          <p:cNvPicPr preferRelativeResize="0"/>
          <p:nvPr/>
        </p:nvPicPr>
        <p:blipFill rotWithShape="1">
          <a:blip r:embed="rId4">
            <a:alphaModFix/>
          </a:blip>
          <a:srcRect b="3352" l="13460" r="19439" t="4056"/>
          <a:stretch/>
        </p:blipFill>
        <p:spPr>
          <a:xfrm>
            <a:off x="311150" y="508788"/>
            <a:ext cx="2170594" cy="414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ptop + iOS">
  <p:cSld name="CUSTOM_3_2_2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40" title="laptop-black-clay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2611728" y="785075"/>
            <a:ext cx="635692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0"/>
          <p:cNvSpPr/>
          <p:nvPr/>
        </p:nvSpPr>
        <p:spPr>
          <a:xfrm>
            <a:off x="3279728" y="873375"/>
            <a:ext cx="5002200" cy="341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7" name="Google Shape;167;p40"/>
          <p:cNvSpPr/>
          <p:nvPr>
            <p:ph idx="2" type="pic"/>
          </p:nvPr>
        </p:nvSpPr>
        <p:spPr>
          <a:xfrm>
            <a:off x="3289828" y="883475"/>
            <a:ext cx="4992000" cy="3357600"/>
          </a:xfrm>
          <a:prstGeom prst="roundRect">
            <a:avLst>
              <a:gd fmla="val 3605" name="adj"/>
            </a:avLst>
          </a:prstGeom>
          <a:noFill/>
          <a:ln>
            <a:noFill/>
          </a:ln>
        </p:spPr>
      </p:sp>
      <p:pic>
        <p:nvPicPr>
          <p:cNvPr id="168" name="Google Shape;1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159" y="508800"/>
            <a:ext cx="1975540" cy="409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0"/>
          <p:cNvSpPr/>
          <p:nvPr>
            <p:ph idx="3" type="pic"/>
          </p:nvPr>
        </p:nvSpPr>
        <p:spPr>
          <a:xfrm>
            <a:off x="431904" y="597516"/>
            <a:ext cx="1742700" cy="3916200"/>
          </a:xfrm>
          <a:prstGeom prst="roundRect">
            <a:avLst>
              <a:gd fmla="val 128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droid">
  <p:cSld name="CUSTOM_3_2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1"/>
          <p:cNvSpPr/>
          <p:nvPr>
            <p:ph idx="2" type="pic"/>
          </p:nvPr>
        </p:nvSpPr>
        <p:spPr>
          <a:xfrm>
            <a:off x="1638975" y="327175"/>
            <a:ext cx="2049000" cy="4464600"/>
          </a:xfrm>
          <a:prstGeom prst="roundRect">
            <a:avLst>
              <a:gd fmla="val 5066" name="adj"/>
            </a:avLst>
          </a:prstGeom>
          <a:noFill/>
          <a:ln>
            <a:noFill/>
          </a:ln>
        </p:spPr>
      </p:sp>
      <p:pic>
        <p:nvPicPr>
          <p:cNvPr id="173" name="Google Shape;173;p41"/>
          <p:cNvPicPr preferRelativeResize="0"/>
          <p:nvPr/>
        </p:nvPicPr>
        <p:blipFill rotWithShape="1">
          <a:blip r:embed="rId2">
            <a:alphaModFix/>
          </a:blip>
          <a:srcRect b="3352" l="13460" r="19439" t="4056"/>
          <a:stretch/>
        </p:blipFill>
        <p:spPr>
          <a:xfrm>
            <a:off x="1410900" y="144200"/>
            <a:ext cx="2540623" cy="48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1"/>
          <p:cNvSpPr txBox="1"/>
          <p:nvPr>
            <p:ph idx="1" type="body"/>
          </p:nvPr>
        </p:nvSpPr>
        <p:spPr>
          <a:xfrm>
            <a:off x="6117600" y="1031050"/>
            <a:ext cx="2077200" cy="27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75" name="Google Shape;17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OS">
  <p:cSld name="CUSTOM_3_2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4000" y="192550"/>
            <a:ext cx="2271349" cy="471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2"/>
          <p:cNvSpPr/>
          <p:nvPr>
            <p:ph idx="2" type="pic"/>
          </p:nvPr>
        </p:nvSpPr>
        <p:spPr>
          <a:xfrm>
            <a:off x="1662825" y="294550"/>
            <a:ext cx="2003400" cy="4502700"/>
          </a:xfrm>
          <a:prstGeom prst="roundRect">
            <a:avLst>
              <a:gd fmla="val 12867" name="adj"/>
            </a:avLst>
          </a:prstGeom>
          <a:noFill/>
          <a:ln>
            <a:noFill/>
          </a:ln>
        </p:spPr>
      </p:sp>
      <p:sp>
        <p:nvSpPr>
          <p:cNvPr id="179" name="Google Shape;179;p42"/>
          <p:cNvSpPr txBox="1"/>
          <p:nvPr>
            <p:ph idx="1" type="body"/>
          </p:nvPr>
        </p:nvSpPr>
        <p:spPr>
          <a:xfrm>
            <a:off x="6117600" y="1031050"/>
            <a:ext cx="2077200" cy="27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180" name="Google Shape;1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le">
  <p:cSld name="CUSTOM_4_1_1_1_1_1_2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43" title="EarthRanger-Logo_Ai2-H-white.png"/>
          <p:cNvPicPr preferRelativeResize="0"/>
          <p:nvPr/>
        </p:nvPicPr>
        <p:blipFill rotWithShape="1">
          <a:blip r:embed="rId3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and code - dark">
  <p:cSld name="ONE_COLUMN_TEXT_1_1"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4"/>
          <p:cNvSpPr/>
          <p:nvPr/>
        </p:nvSpPr>
        <p:spPr>
          <a:xfrm>
            <a:off x="5372300" y="508000"/>
            <a:ext cx="3557700" cy="4148700"/>
          </a:xfrm>
          <a:prstGeom prst="roundRect">
            <a:avLst>
              <a:gd fmla="val 24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5" name="Google Shape;185;p44"/>
          <p:cNvSpPr txBox="1"/>
          <p:nvPr>
            <p:ph type="title"/>
          </p:nvPr>
        </p:nvSpPr>
        <p:spPr>
          <a:xfrm>
            <a:off x="311275" y="186575"/>
            <a:ext cx="39687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44"/>
          <p:cNvSpPr txBox="1"/>
          <p:nvPr>
            <p:ph idx="1" type="body"/>
          </p:nvPr>
        </p:nvSpPr>
        <p:spPr>
          <a:xfrm>
            <a:off x="311150" y="2201325"/>
            <a:ext cx="3968400" cy="236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>
                <a:solidFill>
                  <a:schemeClr val="accen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>
                <a:solidFill>
                  <a:schemeClr val="accen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>
                <a:solidFill>
                  <a:schemeClr val="accen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>
                <a:solidFill>
                  <a:schemeClr val="accen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>
                <a:solidFill>
                  <a:schemeClr val="accen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>
                <a:solidFill>
                  <a:schemeClr val="accen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>
                <a:solidFill>
                  <a:schemeClr val="accen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 sz="1200">
                <a:solidFill>
                  <a:schemeClr val="accen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200"/>
              <a:buChar char="■"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7" name="Google Shape;187;p44"/>
          <p:cNvSpPr txBox="1"/>
          <p:nvPr>
            <p:ph idx="2" type="body"/>
          </p:nvPr>
        </p:nvSpPr>
        <p:spPr>
          <a:xfrm>
            <a:off x="5372100" y="624425"/>
            <a:ext cx="3557700" cy="3788700"/>
          </a:xfrm>
          <a:prstGeom prst="rect">
            <a:avLst/>
          </a:prstGeom>
          <a:noFill/>
        </p:spPr>
        <p:txBody>
          <a:bodyPr anchorCtr="0" anchor="ctr" bIns="91425" lIns="0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Mono"/>
              <a:buChar char="●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ono"/>
              <a:buChar char="○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■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●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○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■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●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○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oboto Mono"/>
              <a:buChar char="■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pic>
        <p:nvPicPr>
          <p:cNvPr id="188" name="Google Shape;188;p44" title="EarthRanger-Logo_Ai2-H-white.png"/>
          <p:cNvPicPr preferRelativeResize="0"/>
          <p:nvPr/>
        </p:nvPicPr>
        <p:blipFill rotWithShape="1">
          <a:blip r:embed="rId2">
            <a:alphaModFix/>
          </a:blip>
          <a:srcRect b="60" l="0" r="0" t="60"/>
          <a:stretch/>
        </p:blipFill>
        <p:spPr>
          <a:xfrm>
            <a:off x="7691350" y="4751626"/>
            <a:ext cx="1277312" cy="2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and code - light">
  <p:cSld name="ONE_COLUMN_TEXT_1_1_1">
    <p:bg>
      <p:bgPr>
        <a:solidFill>
          <a:schemeClr val="accen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5"/>
          <p:cNvSpPr/>
          <p:nvPr/>
        </p:nvSpPr>
        <p:spPr>
          <a:xfrm>
            <a:off x="5372300" y="508000"/>
            <a:ext cx="3557700" cy="4148700"/>
          </a:xfrm>
          <a:prstGeom prst="roundRect">
            <a:avLst>
              <a:gd fmla="val 24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1" name="Google Shape;191;p45"/>
          <p:cNvSpPr txBox="1"/>
          <p:nvPr>
            <p:ph type="title"/>
          </p:nvPr>
        </p:nvSpPr>
        <p:spPr>
          <a:xfrm>
            <a:off x="311150" y="186575"/>
            <a:ext cx="39684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45"/>
          <p:cNvSpPr txBox="1"/>
          <p:nvPr>
            <p:ph idx="1" type="body"/>
          </p:nvPr>
        </p:nvSpPr>
        <p:spPr>
          <a:xfrm>
            <a:off x="311150" y="2201325"/>
            <a:ext cx="3968400" cy="236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45"/>
          <p:cNvSpPr txBox="1"/>
          <p:nvPr>
            <p:ph idx="2" type="body"/>
          </p:nvPr>
        </p:nvSpPr>
        <p:spPr>
          <a:xfrm>
            <a:off x="5372100" y="624425"/>
            <a:ext cx="3557700" cy="3788700"/>
          </a:xfrm>
          <a:prstGeom prst="rect">
            <a:avLst/>
          </a:prstGeom>
          <a:noFill/>
        </p:spPr>
        <p:txBody>
          <a:bodyPr anchorCtr="0" anchor="ctr" bIns="91425" lIns="0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Mono"/>
              <a:buChar char="●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Mono"/>
              <a:buChar char="○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■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●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○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■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●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Char char="○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oboto Mono"/>
              <a:buChar char="■"/>
              <a:defRPr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pic>
        <p:nvPicPr>
          <p:cNvPr id="194" name="Google Shape;19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multiples - 3 up">
  <p:cSld name="CUSTOM_1_1_1_1_1_1">
    <p:bg>
      <p:bgPr>
        <a:solidFill>
          <a:schemeClr val="accen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6"/>
          <p:cNvSpPr txBox="1"/>
          <p:nvPr>
            <p:ph idx="1" type="subTitle"/>
          </p:nvPr>
        </p:nvSpPr>
        <p:spPr>
          <a:xfrm>
            <a:off x="914400" y="3251875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7" name="Google Shape;197;p46"/>
          <p:cNvSpPr txBox="1"/>
          <p:nvPr>
            <p:ph idx="2" type="subTitle"/>
          </p:nvPr>
        </p:nvSpPr>
        <p:spPr>
          <a:xfrm>
            <a:off x="3384739" y="3251875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8" name="Google Shape;198;p46"/>
          <p:cNvSpPr txBox="1"/>
          <p:nvPr>
            <p:ph idx="3" type="subTitle"/>
          </p:nvPr>
        </p:nvSpPr>
        <p:spPr>
          <a:xfrm>
            <a:off x="5855079" y="3251875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9" name="Google Shape;199;p46"/>
          <p:cNvSpPr txBox="1"/>
          <p:nvPr>
            <p:ph idx="4" type="subTitle"/>
          </p:nvPr>
        </p:nvSpPr>
        <p:spPr>
          <a:xfrm>
            <a:off x="914400" y="2667825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00" name="Google Shape;200;p46"/>
          <p:cNvSpPr txBox="1"/>
          <p:nvPr>
            <p:ph idx="5" type="subTitle"/>
          </p:nvPr>
        </p:nvSpPr>
        <p:spPr>
          <a:xfrm>
            <a:off x="3384739" y="2667825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6" type="subTitle"/>
          </p:nvPr>
        </p:nvSpPr>
        <p:spPr>
          <a:xfrm>
            <a:off x="5855079" y="2667825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02" name="Google Shape;202;p46"/>
          <p:cNvSpPr/>
          <p:nvPr>
            <p:ph idx="7" type="pic"/>
          </p:nvPr>
        </p:nvSpPr>
        <p:spPr>
          <a:xfrm>
            <a:off x="1425975" y="1139075"/>
            <a:ext cx="1392300" cy="12798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46"/>
          <p:cNvSpPr/>
          <p:nvPr>
            <p:ph idx="8" type="pic"/>
          </p:nvPr>
        </p:nvSpPr>
        <p:spPr>
          <a:xfrm>
            <a:off x="3883900" y="1139075"/>
            <a:ext cx="1392300" cy="12798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46"/>
          <p:cNvSpPr/>
          <p:nvPr>
            <p:ph idx="9" type="pic"/>
          </p:nvPr>
        </p:nvSpPr>
        <p:spPr>
          <a:xfrm>
            <a:off x="6341825" y="1139075"/>
            <a:ext cx="1366200" cy="1255800"/>
          </a:xfrm>
          <a:prstGeom prst="rect">
            <a:avLst/>
          </a:prstGeom>
          <a:noFill/>
          <a:ln>
            <a:noFill/>
          </a:ln>
        </p:spPr>
      </p:sp>
      <p:pic>
        <p:nvPicPr>
          <p:cNvPr id="205" name="Google Shape;20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multiples - 3 up 1">
  <p:cSld name="CUSTOM_1_1_1_1_1_1_1">
    <p:bg>
      <p:bgPr>
        <a:solidFill>
          <a:schemeClr val="accen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7"/>
          <p:cNvSpPr txBox="1"/>
          <p:nvPr>
            <p:ph idx="1" type="subTitle"/>
          </p:nvPr>
        </p:nvSpPr>
        <p:spPr>
          <a:xfrm>
            <a:off x="362360" y="4018194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47"/>
          <p:cNvSpPr txBox="1"/>
          <p:nvPr>
            <p:ph idx="2" type="subTitle"/>
          </p:nvPr>
        </p:nvSpPr>
        <p:spPr>
          <a:xfrm>
            <a:off x="4475477" y="4018194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9" name="Google Shape;209;p47"/>
          <p:cNvSpPr txBox="1"/>
          <p:nvPr>
            <p:ph idx="3" type="subTitle"/>
          </p:nvPr>
        </p:nvSpPr>
        <p:spPr>
          <a:xfrm>
            <a:off x="6515797" y="1934013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0" name="Google Shape;210;p47"/>
          <p:cNvSpPr txBox="1"/>
          <p:nvPr>
            <p:ph idx="4" type="subTitle"/>
          </p:nvPr>
        </p:nvSpPr>
        <p:spPr>
          <a:xfrm>
            <a:off x="362360" y="3434144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11" name="Google Shape;211;p47"/>
          <p:cNvSpPr txBox="1"/>
          <p:nvPr>
            <p:ph idx="5" type="subTitle"/>
          </p:nvPr>
        </p:nvSpPr>
        <p:spPr>
          <a:xfrm>
            <a:off x="4475477" y="3434144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idx="6" type="subTitle"/>
          </p:nvPr>
        </p:nvSpPr>
        <p:spPr>
          <a:xfrm>
            <a:off x="6515797" y="1349963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pic>
        <p:nvPicPr>
          <p:cNvPr id="213" name="Google Shape;213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89857" y="4752418"/>
            <a:ext cx="1278805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7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15" name="Google Shape;215;p47"/>
          <p:cNvCxnSpPr/>
          <p:nvPr/>
        </p:nvCxnSpPr>
        <p:spPr>
          <a:xfrm>
            <a:off x="333825" y="2878000"/>
            <a:ext cx="84807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47"/>
          <p:cNvSpPr txBox="1"/>
          <p:nvPr>
            <p:ph idx="7" type="subTitle"/>
          </p:nvPr>
        </p:nvSpPr>
        <p:spPr>
          <a:xfrm>
            <a:off x="2454532" y="1859888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47"/>
          <p:cNvSpPr txBox="1"/>
          <p:nvPr>
            <p:ph idx="8" type="subTitle"/>
          </p:nvPr>
        </p:nvSpPr>
        <p:spPr>
          <a:xfrm>
            <a:off x="2454532" y="1275838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900"/>
              <a:buFont typeface="Manrope SemiBold"/>
              <a:buNone/>
              <a:defRPr sz="1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cxnSp>
        <p:nvCxnSpPr>
          <p:cNvPr id="218" name="Google Shape;218;p47"/>
          <p:cNvCxnSpPr/>
          <p:nvPr/>
        </p:nvCxnSpPr>
        <p:spPr>
          <a:xfrm>
            <a:off x="280424" y="2805944"/>
            <a:ext cx="0" cy="875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19" name="Google Shape;219;p47"/>
          <p:cNvCxnSpPr/>
          <p:nvPr/>
        </p:nvCxnSpPr>
        <p:spPr>
          <a:xfrm rot="10800000">
            <a:off x="2320691" y="1388884"/>
            <a:ext cx="900" cy="1556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20" name="Google Shape;220;p47"/>
          <p:cNvCxnSpPr/>
          <p:nvPr/>
        </p:nvCxnSpPr>
        <p:spPr>
          <a:xfrm rot="10800000">
            <a:off x="6402126" y="1388884"/>
            <a:ext cx="900" cy="1556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21" name="Google Shape;221;p47"/>
          <p:cNvCxnSpPr/>
          <p:nvPr/>
        </p:nvCxnSpPr>
        <p:spPr>
          <a:xfrm>
            <a:off x="4361859" y="2805944"/>
            <a:ext cx="0" cy="813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5552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nrope SemiBold"/>
              <a:buNone/>
              <a:defRPr i="0" sz="2800" u="none" cap="none" strike="noStrike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rope"/>
              <a:buChar char="●"/>
              <a:defRPr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anrope"/>
              <a:buChar char="■"/>
              <a:defRPr i="0" sz="1200" u="none" cap="none" strike="noStrike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anrope"/>
              <a:buChar char="●"/>
              <a:defRPr i="0" sz="1200" u="none" cap="none" strike="noStrike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anrope"/>
              <a:buChar char="○"/>
              <a:defRPr i="0" sz="1200" u="none" cap="none" strike="noStrike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anrope"/>
              <a:buChar char="■"/>
              <a:defRPr i="0" sz="1200" u="none" cap="none" strike="noStrike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anrope"/>
              <a:buChar char="●"/>
              <a:defRPr i="0" sz="1200" u="none" cap="none" strike="noStrike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anrope"/>
              <a:buChar char="○"/>
              <a:defRPr i="0" sz="1200" u="none" cap="none" strike="noStrike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anrope"/>
              <a:buChar char="■"/>
              <a:defRPr i="0" sz="1200" u="none" cap="none" strike="noStrike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orient="horz" pos="2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thenounproject.com/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8"/>
          <p:cNvSpPr txBox="1"/>
          <p:nvPr>
            <p:ph type="title"/>
          </p:nvPr>
        </p:nvSpPr>
        <p:spPr>
          <a:xfrm>
            <a:off x="311700" y="445025"/>
            <a:ext cx="5815500" cy="4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EarthRanger 2025 slide template MAKE A COPY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311700" y="1273875"/>
            <a:ext cx="86010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Don’t add too much text. Aim for ~3 bullet points max.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</a:t>
            </a:r>
            <a:r>
              <a:rPr lang="en"/>
              <a:t>aking</a:t>
            </a:r>
            <a:r>
              <a:rPr lang="en"/>
              <a:t> multiple slides is more engaging for the audience. Multiple </a:t>
            </a:r>
            <a:r>
              <a:rPr lang="en"/>
              <a:t>photos</a:t>
            </a:r>
            <a:r>
              <a:rPr lang="en"/>
              <a:t>? Consider showing one full-size one on each slide.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Explain your point using your voice, rather than writing it in a slide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speaker notes to add details for yourself, rather than reading off slides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Manrope font for all text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Ensure that titles are the same placement, font, and size on each slide (not jumping up or down vertically)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Access templates in Google slides by clicking “Layout” in the toolbar above</a:t>
            </a:r>
            <a:endParaRPr/>
          </a:p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Tips for successful presentations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0"/>
          <p:cNvSpPr txBox="1"/>
          <p:nvPr>
            <p:ph idx="1" type="subTitle"/>
          </p:nvPr>
        </p:nvSpPr>
        <p:spPr>
          <a:xfrm>
            <a:off x="311150" y="3049300"/>
            <a:ext cx="4153500" cy="16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Deselect everything on the page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Click “Layout”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Select the 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0"/>
          <p:cNvSpPr txBox="1"/>
          <p:nvPr>
            <p:ph type="title"/>
          </p:nvPr>
        </p:nvSpPr>
        <p:spPr>
          <a:xfrm>
            <a:off x="311150" y="1447725"/>
            <a:ext cx="4153500" cy="118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How to </a:t>
            </a:r>
            <a:r>
              <a:rPr lang="en" sz="2800"/>
              <a:t>change the slide template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9" name="Google Shape;239;p50" title="Screenshot 2025-07-11 at 12.01.04 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5297" l="-11851" r="-11851" t="-5286"/>
          <a:stretch/>
        </p:blipFill>
        <p:spPr>
          <a:xfrm>
            <a:off x="4572000" y="0"/>
            <a:ext cx="45720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>
            <p:ph idx="4294967295" type="body"/>
          </p:nvPr>
        </p:nvSpPr>
        <p:spPr>
          <a:xfrm>
            <a:off x="311775" y="1273875"/>
            <a:ext cx="47142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5" name="Google Shape;245;p51"/>
          <p:cNvSpPr txBox="1"/>
          <p:nvPr>
            <p:ph idx="1" type="body"/>
          </p:nvPr>
        </p:nvSpPr>
        <p:spPr>
          <a:xfrm>
            <a:off x="311700" y="1273950"/>
            <a:ext cx="86010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Deselect everything on the page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Background in the toolbar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Select a new image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1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To change the background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2"/>
          <p:cNvSpPr txBox="1"/>
          <p:nvPr>
            <p:ph idx="4294967295" type="body"/>
          </p:nvPr>
        </p:nvSpPr>
        <p:spPr>
          <a:xfrm>
            <a:off x="311775" y="1273875"/>
            <a:ext cx="47142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2" name="Google Shape;252;p52"/>
          <p:cNvSpPr txBox="1"/>
          <p:nvPr>
            <p:ph idx="1" type="body"/>
          </p:nvPr>
        </p:nvSpPr>
        <p:spPr>
          <a:xfrm>
            <a:off x="311700" y="1273950"/>
            <a:ext cx="86010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 the presentation your existing presentation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Deselect everything on the page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“Theme” in the upper toolbar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“Import theme” in the bottom right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Search “2025 earthranger slide template”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on the matching result (this slide deck) and click “Insert”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the slide icon again and click “Import theme”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Most importantly, </a:t>
            </a:r>
            <a:r>
              <a:rPr b="1" lang="en"/>
              <a:t>check each slide to make sure nothing has shifted badly.</a:t>
            </a:r>
            <a:r>
              <a:rPr lang="en"/>
              <a:t> Adjust any slides that didn’t transition well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2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How to apply this theme to an existing presentation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4"/>
          <p:cNvSpPr txBox="1"/>
          <p:nvPr>
            <p:ph type="title"/>
          </p:nvPr>
        </p:nvSpPr>
        <p:spPr>
          <a:xfrm>
            <a:off x="311150" y="3225100"/>
            <a:ext cx="748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4"/>
          <p:cNvSpPr txBox="1"/>
          <p:nvPr>
            <p:ph idx="1" type="subTitle"/>
          </p:nvPr>
        </p:nvSpPr>
        <p:spPr>
          <a:xfrm>
            <a:off x="311200" y="3990700"/>
            <a:ext cx="7481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5"/>
          <p:cNvSpPr txBox="1"/>
          <p:nvPr>
            <p:ph type="title"/>
          </p:nvPr>
        </p:nvSpPr>
        <p:spPr>
          <a:xfrm>
            <a:off x="311150" y="3225100"/>
            <a:ext cx="748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5"/>
          <p:cNvSpPr txBox="1"/>
          <p:nvPr>
            <p:ph idx="1" type="subTitle"/>
          </p:nvPr>
        </p:nvSpPr>
        <p:spPr>
          <a:xfrm>
            <a:off x="311200" y="3990700"/>
            <a:ext cx="7481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accen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6"/>
          <p:cNvSpPr txBox="1"/>
          <p:nvPr>
            <p:ph idx="1" type="body"/>
          </p:nvPr>
        </p:nvSpPr>
        <p:spPr>
          <a:xfrm>
            <a:off x="311700" y="1273875"/>
            <a:ext cx="86010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next slide for the agenda 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Delete the text boxes you don’t need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Draw a box that matches the color of the background over the divider lines you don’t need</a:t>
            </a:r>
            <a:endParaRPr/>
          </a:p>
        </p:txBody>
      </p:sp>
      <p:sp>
        <p:nvSpPr>
          <p:cNvPr id="275" name="Google Shape;275;p56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you have f</a:t>
            </a:r>
            <a:r>
              <a:rPr lang="en">
                <a:solidFill>
                  <a:schemeClr val="dk1"/>
                </a:solidFill>
              </a:rPr>
              <a:t>ewer than 5 agenda items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7"/>
          <p:cNvSpPr txBox="1"/>
          <p:nvPr>
            <p:ph idx="1" type="subTitle"/>
          </p:nvPr>
        </p:nvSpPr>
        <p:spPr>
          <a:xfrm>
            <a:off x="6118500" y="111645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7"/>
          <p:cNvSpPr txBox="1"/>
          <p:nvPr>
            <p:ph idx="4" type="subTitle"/>
          </p:nvPr>
        </p:nvSpPr>
        <p:spPr>
          <a:xfrm>
            <a:off x="6118500" y="179400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7"/>
          <p:cNvSpPr txBox="1"/>
          <p:nvPr>
            <p:ph idx="6" type="subTitle"/>
          </p:nvPr>
        </p:nvSpPr>
        <p:spPr>
          <a:xfrm>
            <a:off x="6118500" y="248820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57"/>
          <p:cNvSpPr txBox="1"/>
          <p:nvPr>
            <p:ph idx="8" type="subTitle"/>
          </p:nvPr>
        </p:nvSpPr>
        <p:spPr>
          <a:xfrm>
            <a:off x="6118500" y="318240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7"/>
          <p:cNvSpPr txBox="1"/>
          <p:nvPr>
            <p:ph idx="13" type="subTitle"/>
          </p:nvPr>
        </p:nvSpPr>
        <p:spPr>
          <a:xfrm>
            <a:off x="6118500" y="3876600"/>
            <a:ext cx="2811300" cy="333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7"/>
          <p:cNvSpPr/>
          <p:nvPr>
            <p:ph idx="2" type="pic"/>
          </p:nvPr>
        </p:nvSpPr>
        <p:spPr>
          <a:xfrm>
            <a:off x="641500" y="884700"/>
            <a:ext cx="3348000" cy="3374100"/>
          </a:xfrm>
          <a:prstGeom prst="roundRect">
            <a:avLst>
              <a:gd fmla="val 16667" name="adj"/>
            </a:avLst>
          </a:prstGeom>
        </p:spPr>
      </p:sp>
      <p:sp>
        <p:nvSpPr>
          <p:cNvPr id="286" name="Google Shape;286;p57"/>
          <p:cNvSpPr txBox="1"/>
          <p:nvPr>
            <p:ph type="title"/>
          </p:nvPr>
        </p:nvSpPr>
        <p:spPr>
          <a:xfrm>
            <a:off x="4154350" y="109980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7"/>
          <p:cNvSpPr txBox="1"/>
          <p:nvPr>
            <p:ph idx="3" type="title"/>
          </p:nvPr>
        </p:nvSpPr>
        <p:spPr>
          <a:xfrm>
            <a:off x="4154350" y="177735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7"/>
          <p:cNvSpPr txBox="1"/>
          <p:nvPr>
            <p:ph idx="5" type="title"/>
          </p:nvPr>
        </p:nvSpPr>
        <p:spPr>
          <a:xfrm>
            <a:off x="4154350" y="247155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7"/>
          <p:cNvSpPr txBox="1"/>
          <p:nvPr>
            <p:ph idx="7" type="title"/>
          </p:nvPr>
        </p:nvSpPr>
        <p:spPr>
          <a:xfrm>
            <a:off x="4154350" y="316575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7"/>
          <p:cNvSpPr txBox="1"/>
          <p:nvPr>
            <p:ph idx="9" type="title"/>
          </p:nvPr>
        </p:nvSpPr>
        <p:spPr>
          <a:xfrm>
            <a:off x="4154350" y="3859950"/>
            <a:ext cx="1347600" cy="36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8"/>
          <p:cNvSpPr txBox="1"/>
          <p:nvPr>
            <p:ph type="title"/>
          </p:nvPr>
        </p:nvSpPr>
        <p:spPr>
          <a:xfrm>
            <a:off x="311150" y="167200"/>
            <a:ext cx="81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8"/>
          <p:cNvSpPr txBox="1"/>
          <p:nvPr>
            <p:ph idx="1" type="body"/>
          </p:nvPr>
        </p:nvSpPr>
        <p:spPr>
          <a:xfrm>
            <a:off x="311150" y="1273875"/>
            <a:ext cx="66585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9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9"/>
          <p:cNvSpPr txBox="1"/>
          <p:nvPr>
            <p:ph idx="1" type="body"/>
          </p:nvPr>
        </p:nvSpPr>
        <p:spPr>
          <a:xfrm>
            <a:off x="311700" y="1273875"/>
            <a:ext cx="86010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0"/>
          <p:cNvSpPr txBox="1"/>
          <p:nvPr>
            <p:ph type="title"/>
          </p:nvPr>
        </p:nvSpPr>
        <p:spPr>
          <a:xfrm>
            <a:off x="311700" y="16459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1"/>
          <p:cNvSpPr/>
          <p:nvPr>
            <p:ph idx="2" type="pic"/>
          </p:nvPr>
        </p:nvSpPr>
        <p:spPr>
          <a:xfrm>
            <a:off x="311150" y="1273875"/>
            <a:ext cx="4346700" cy="3228900"/>
          </a:xfrm>
          <a:prstGeom prst="roundRect">
            <a:avLst>
              <a:gd fmla="val 16667" name="adj"/>
            </a:avLst>
          </a:prstGeom>
        </p:spPr>
      </p:sp>
      <p:sp>
        <p:nvSpPr>
          <p:cNvPr id="313" name="Google Shape;313;p61"/>
          <p:cNvSpPr txBox="1"/>
          <p:nvPr>
            <p:ph type="title"/>
          </p:nvPr>
        </p:nvSpPr>
        <p:spPr>
          <a:xfrm>
            <a:off x="311150" y="167200"/>
            <a:ext cx="81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1"/>
          <p:cNvSpPr txBox="1"/>
          <p:nvPr>
            <p:ph idx="1" type="body"/>
          </p:nvPr>
        </p:nvSpPr>
        <p:spPr>
          <a:xfrm>
            <a:off x="5047325" y="1273875"/>
            <a:ext cx="3855600" cy="32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2"/>
          <p:cNvSpPr/>
          <p:nvPr>
            <p:ph idx="2" type="pic"/>
          </p:nvPr>
        </p:nvSpPr>
        <p:spPr>
          <a:xfrm>
            <a:off x="4563600" y="1273875"/>
            <a:ext cx="4346700" cy="3228900"/>
          </a:xfrm>
          <a:prstGeom prst="roundRect">
            <a:avLst>
              <a:gd fmla="val 16667" name="adj"/>
            </a:avLst>
          </a:prstGeom>
        </p:spPr>
      </p:sp>
      <p:sp>
        <p:nvSpPr>
          <p:cNvPr id="320" name="Google Shape;320;p62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2"/>
          <p:cNvSpPr txBox="1"/>
          <p:nvPr>
            <p:ph idx="1" type="body"/>
          </p:nvPr>
        </p:nvSpPr>
        <p:spPr>
          <a:xfrm>
            <a:off x="311700" y="1273875"/>
            <a:ext cx="38556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3"/>
          <p:cNvSpPr/>
          <p:nvPr>
            <p:ph idx="2" type="pic"/>
          </p:nvPr>
        </p:nvSpPr>
        <p:spPr>
          <a:xfrm>
            <a:off x="311700" y="1273875"/>
            <a:ext cx="8598600" cy="3228900"/>
          </a:xfrm>
          <a:prstGeom prst="roundRect">
            <a:avLst>
              <a:gd fmla="val 16667" name="adj"/>
            </a:avLst>
          </a:prstGeom>
        </p:spPr>
      </p:sp>
      <p:sp>
        <p:nvSpPr>
          <p:cNvPr id="327" name="Google Shape;327;p63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4"/>
          <p:cNvSpPr/>
          <p:nvPr>
            <p:ph idx="2" type="pic"/>
          </p:nvPr>
        </p:nvSpPr>
        <p:spPr>
          <a:xfrm>
            <a:off x="4137675" y="1279600"/>
            <a:ext cx="3063600" cy="2026800"/>
          </a:xfrm>
          <a:prstGeom prst="roundRect">
            <a:avLst>
              <a:gd fmla="val 16667" name="adj"/>
            </a:avLst>
          </a:prstGeom>
        </p:spPr>
      </p:sp>
      <p:sp>
        <p:nvSpPr>
          <p:cNvPr id="333" name="Google Shape;333;p64"/>
          <p:cNvSpPr txBox="1"/>
          <p:nvPr>
            <p:ph idx="1" type="body"/>
          </p:nvPr>
        </p:nvSpPr>
        <p:spPr>
          <a:xfrm>
            <a:off x="311700" y="1273875"/>
            <a:ext cx="33453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4"/>
          <p:cNvSpPr/>
          <p:nvPr>
            <p:ph idx="3" type="pic"/>
          </p:nvPr>
        </p:nvSpPr>
        <p:spPr>
          <a:xfrm>
            <a:off x="5772200" y="2480600"/>
            <a:ext cx="3063600" cy="2026800"/>
          </a:xfrm>
          <a:prstGeom prst="roundRect">
            <a:avLst>
              <a:gd fmla="val 16667" name="adj"/>
            </a:avLst>
          </a:prstGeom>
        </p:spPr>
      </p:sp>
      <p:sp>
        <p:nvSpPr>
          <p:cNvPr id="335" name="Google Shape;335;p64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5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</p:sp>
      <p:sp>
        <p:nvSpPr>
          <p:cNvPr id="341" name="Google Shape;341;p65"/>
          <p:cNvSpPr txBox="1"/>
          <p:nvPr>
            <p:ph idx="1" type="subTitle"/>
          </p:nvPr>
        </p:nvSpPr>
        <p:spPr>
          <a:xfrm>
            <a:off x="311150" y="3049300"/>
            <a:ext cx="4153500" cy="16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5"/>
          <p:cNvSpPr txBox="1"/>
          <p:nvPr>
            <p:ph type="title"/>
          </p:nvPr>
        </p:nvSpPr>
        <p:spPr>
          <a:xfrm>
            <a:off x="311150" y="1447725"/>
            <a:ext cx="4153500" cy="118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6"/>
          <p:cNvSpPr/>
          <p:nvPr>
            <p:ph idx="2" type="pic"/>
          </p:nvPr>
        </p:nvSpPr>
        <p:spPr>
          <a:xfrm>
            <a:off x="0" y="0"/>
            <a:ext cx="5943600" cy="5143500"/>
          </a:xfrm>
          <a:prstGeom prst="rect">
            <a:avLst/>
          </a:prstGeom>
        </p:spPr>
      </p:sp>
      <p:sp>
        <p:nvSpPr>
          <p:cNvPr id="348" name="Google Shape;348;p66"/>
          <p:cNvSpPr txBox="1"/>
          <p:nvPr>
            <p:ph idx="1" type="subTitle"/>
          </p:nvPr>
        </p:nvSpPr>
        <p:spPr>
          <a:xfrm>
            <a:off x="6319775" y="3572850"/>
            <a:ext cx="2460000" cy="10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66"/>
          <p:cNvSpPr txBox="1"/>
          <p:nvPr>
            <p:ph type="title"/>
          </p:nvPr>
        </p:nvSpPr>
        <p:spPr>
          <a:xfrm>
            <a:off x="6319650" y="448325"/>
            <a:ext cx="2460000" cy="29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7"/>
          <p:cNvSpPr/>
          <p:nvPr>
            <p:ph idx="2" type="pic"/>
          </p:nvPr>
        </p:nvSpPr>
        <p:spPr>
          <a:xfrm>
            <a:off x="3200400" y="0"/>
            <a:ext cx="5943600" cy="5143500"/>
          </a:xfrm>
          <a:prstGeom prst="rect">
            <a:avLst/>
          </a:prstGeom>
        </p:spPr>
      </p:sp>
      <p:sp>
        <p:nvSpPr>
          <p:cNvPr id="355" name="Google Shape;355;p67"/>
          <p:cNvSpPr txBox="1"/>
          <p:nvPr>
            <p:ph idx="1" type="subTitle"/>
          </p:nvPr>
        </p:nvSpPr>
        <p:spPr>
          <a:xfrm>
            <a:off x="311250" y="3572850"/>
            <a:ext cx="2434800" cy="12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7"/>
          <p:cNvSpPr txBox="1"/>
          <p:nvPr>
            <p:ph type="title"/>
          </p:nvPr>
        </p:nvSpPr>
        <p:spPr>
          <a:xfrm>
            <a:off x="311150" y="448325"/>
            <a:ext cx="2434800" cy="29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8"/>
          <p:cNvSpPr txBox="1"/>
          <p:nvPr>
            <p:ph type="title"/>
          </p:nvPr>
        </p:nvSpPr>
        <p:spPr>
          <a:xfrm>
            <a:off x="311150" y="1447725"/>
            <a:ext cx="4153500" cy="118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8"/>
          <p:cNvSpPr txBox="1"/>
          <p:nvPr>
            <p:ph idx="1" type="subTitle"/>
          </p:nvPr>
        </p:nvSpPr>
        <p:spPr>
          <a:xfrm>
            <a:off x="311150" y="3049300"/>
            <a:ext cx="4153500" cy="16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68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9"/>
          <p:cNvSpPr txBox="1"/>
          <p:nvPr>
            <p:ph type="title"/>
          </p:nvPr>
        </p:nvSpPr>
        <p:spPr>
          <a:xfrm>
            <a:off x="6329000" y="448325"/>
            <a:ext cx="2460000" cy="29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69"/>
          <p:cNvSpPr txBox="1"/>
          <p:nvPr>
            <p:ph idx="1" type="subTitle"/>
          </p:nvPr>
        </p:nvSpPr>
        <p:spPr>
          <a:xfrm>
            <a:off x="6329125" y="3572850"/>
            <a:ext cx="2460000" cy="1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69"/>
          <p:cNvSpPr/>
          <p:nvPr>
            <p:ph idx="2" type="pic"/>
          </p:nvPr>
        </p:nvSpPr>
        <p:spPr>
          <a:xfrm>
            <a:off x="0" y="0"/>
            <a:ext cx="5943600" cy="5143500"/>
          </a:xfrm>
          <a:prstGeom prst="rect">
            <a:avLst/>
          </a:prstGeom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0"/>
          <p:cNvSpPr txBox="1"/>
          <p:nvPr>
            <p:ph type="title"/>
          </p:nvPr>
        </p:nvSpPr>
        <p:spPr>
          <a:xfrm>
            <a:off x="311150" y="448325"/>
            <a:ext cx="2434800" cy="29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0"/>
          <p:cNvSpPr txBox="1"/>
          <p:nvPr>
            <p:ph idx="1" type="subTitle"/>
          </p:nvPr>
        </p:nvSpPr>
        <p:spPr>
          <a:xfrm>
            <a:off x="311250" y="3572850"/>
            <a:ext cx="2434800" cy="12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0"/>
          <p:cNvSpPr/>
          <p:nvPr>
            <p:ph idx="2" type="pic"/>
          </p:nvPr>
        </p:nvSpPr>
        <p:spPr>
          <a:xfrm>
            <a:off x="3200400" y="0"/>
            <a:ext cx="5943600" cy="5143500"/>
          </a:xfrm>
          <a:prstGeom prst="rect">
            <a:avLst/>
          </a:prstGeom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2"/>
          <p:cNvSpPr/>
          <p:nvPr>
            <p:ph idx="2" type="pic"/>
          </p:nvPr>
        </p:nvSpPr>
        <p:spPr>
          <a:xfrm>
            <a:off x="0" y="0"/>
            <a:ext cx="9144000" cy="4678200"/>
          </a:xfrm>
          <a:prstGeom prst="rect">
            <a:avLst/>
          </a:prstGeom>
        </p:spPr>
      </p:sp>
      <p:sp>
        <p:nvSpPr>
          <p:cNvPr id="388" name="Google Shape;388;p72"/>
          <p:cNvSpPr txBox="1"/>
          <p:nvPr>
            <p:ph idx="1" type="subTitle"/>
          </p:nvPr>
        </p:nvSpPr>
        <p:spPr>
          <a:xfrm>
            <a:off x="311150" y="4678297"/>
            <a:ext cx="41304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3"/>
          <p:cNvSpPr/>
          <p:nvPr>
            <p:ph idx="2" type="pic"/>
          </p:nvPr>
        </p:nvSpPr>
        <p:spPr>
          <a:xfrm>
            <a:off x="0" y="962325"/>
            <a:ext cx="4271400" cy="3338700"/>
          </a:xfrm>
          <a:prstGeom prst="rect">
            <a:avLst/>
          </a:prstGeom>
        </p:spPr>
      </p:sp>
      <p:sp>
        <p:nvSpPr>
          <p:cNvPr id="394" name="Google Shape;394;p73"/>
          <p:cNvSpPr txBox="1"/>
          <p:nvPr>
            <p:ph idx="1" type="body"/>
          </p:nvPr>
        </p:nvSpPr>
        <p:spPr>
          <a:xfrm>
            <a:off x="6117600" y="1031050"/>
            <a:ext cx="2077200" cy="27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4"/>
          <p:cNvSpPr/>
          <p:nvPr>
            <p:ph idx="2" type="pic"/>
          </p:nvPr>
        </p:nvSpPr>
        <p:spPr>
          <a:xfrm>
            <a:off x="4887719" y="962325"/>
            <a:ext cx="4271400" cy="3338700"/>
          </a:xfrm>
          <a:prstGeom prst="rect">
            <a:avLst/>
          </a:prstGeom>
        </p:spPr>
      </p:sp>
      <p:sp>
        <p:nvSpPr>
          <p:cNvPr id="400" name="Google Shape;400;p74"/>
          <p:cNvSpPr txBox="1"/>
          <p:nvPr>
            <p:ph idx="1" type="body"/>
          </p:nvPr>
        </p:nvSpPr>
        <p:spPr>
          <a:xfrm>
            <a:off x="913200" y="1031050"/>
            <a:ext cx="2077200" cy="27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5"/>
          <p:cNvSpPr/>
          <p:nvPr>
            <p:ph idx="2" type="pic"/>
          </p:nvPr>
        </p:nvSpPr>
        <p:spPr>
          <a:xfrm>
            <a:off x="3733578" y="883475"/>
            <a:ext cx="4992000" cy="3357600"/>
          </a:xfrm>
          <a:prstGeom prst="roundRect">
            <a:avLst>
              <a:gd fmla="val 16667" name="adj"/>
            </a:avLst>
          </a:prstGeom>
        </p:spPr>
      </p:sp>
      <p:sp>
        <p:nvSpPr>
          <p:cNvPr id="406" name="Google Shape;406;p75"/>
          <p:cNvSpPr txBox="1"/>
          <p:nvPr>
            <p:ph idx="1" type="body"/>
          </p:nvPr>
        </p:nvSpPr>
        <p:spPr>
          <a:xfrm>
            <a:off x="913200" y="1031050"/>
            <a:ext cx="2077200" cy="27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6"/>
          <p:cNvSpPr txBox="1"/>
          <p:nvPr>
            <p:ph idx="4294967295" type="body"/>
          </p:nvPr>
        </p:nvSpPr>
        <p:spPr>
          <a:xfrm>
            <a:off x="311775" y="1273875"/>
            <a:ext cx="47142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12" name="Google Shape;412;p76"/>
          <p:cNvSpPr txBox="1"/>
          <p:nvPr>
            <p:ph idx="1" type="body"/>
          </p:nvPr>
        </p:nvSpPr>
        <p:spPr>
          <a:xfrm>
            <a:off x="311700" y="1273950"/>
            <a:ext cx="86010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iOS and Android layouts, the bezel and/or camera is overlaid as a separate layer on top of the image you will be placing into the image placeholder. Please don’t move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Simply replace the placeholder with your screenshot and leave the rest in place</a:t>
            </a:r>
            <a:endParaRPr/>
          </a:p>
        </p:txBody>
      </p:sp>
      <p:sp>
        <p:nvSpPr>
          <p:cNvPr id="413" name="Google Shape;413;p76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Using mobile phone mockups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7"/>
          <p:cNvSpPr/>
          <p:nvPr>
            <p:ph idx="2" type="pic"/>
          </p:nvPr>
        </p:nvSpPr>
        <p:spPr>
          <a:xfrm>
            <a:off x="1662825" y="294550"/>
            <a:ext cx="2003400" cy="4502700"/>
          </a:xfrm>
          <a:prstGeom prst="roundRect">
            <a:avLst>
              <a:gd fmla="val 12867" name="adj"/>
            </a:avLst>
          </a:prstGeom>
        </p:spPr>
      </p:sp>
      <p:sp>
        <p:nvSpPr>
          <p:cNvPr id="419" name="Google Shape;419;p77"/>
          <p:cNvSpPr txBox="1"/>
          <p:nvPr>
            <p:ph idx="1" type="body"/>
          </p:nvPr>
        </p:nvSpPr>
        <p:spPr>
          <a:xfrm>
            <a:off x="6117600" y="1031050"/>
            <a:ext cx="2077200" cy="27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420" name="Google Shape;420;p77"/>
          <p:cNvPicPr preferRelativeResize="0"/>
          <p:nvPr/>
        </p:nvPicPr>
        <p:blipFill rotWithShape="1">
          <a:blip r:embed="rId3">
            <a:alphaModFix/>
          </a:blip>
          <a:srcRect b="92453" l="0" r="0" t="0"/>
          <a:stretch/>
        </p:blipFill>
        <p:spPr>
          <a:xfrm>
            <a:off x="1524000" y="192550"/>
            <a:ext cx="2271349" cy="35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8"/>
          <p:cNvSpPr txBox="1"/>
          <p:nvPr>
            <p:ph idx="1" type="body"/>
          </p:nvPr>
        </p:nvSpPr>
        <p:spPr>
          <a:xfrm>
            <a:off x="6117600" y="1031050"/>
            <a:ext cx="2077200" cy="27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26" name="Google Shape;426;p78"/>
          <p:cNvSpPr/>
          <p:nvPr>
            <p:ph idx="2" type="pic"/>
          </p:nvPr>
        </p:nvSpPr>
        <p:spPr>
          <a:xfrm>
            <a:off x="1638975" y="327175"/>
            <a:ext cx="2049000" cy="4464600"/>
          </a:xfrm>
          <a:prstGeom prst="roundRect">
            <a:avLst>
              <a:gd fmla="val 16667" name="adj"/>
            </a:avLst>
          </a:prstGeom>
        </p:spPr>
      </p:sp>
      <p:pic>
        <p:nvPicPr>
          <p:cNvPr id="427" name="Google Shape;427;p78"/>
          <p:cNvPicPr preferRelativeResize="0"/>
          <p:nvPr/>
        </p:nvPicPr>
        <p:blipFill rotWithShape="1">
          <a:blip r:embed="rId3">
            <a:alphaModFix/>
          </a:blip>
          <a:srcRect b="89007" l="13460" r="19439" t="4055"/>
          <a:stretch/>
        </p:blipFill>
        <p:spPr>
          <a:xfrm>
            <a:off x="1410900" y="144200"/>
            <a:ext cx="2540623" cy="363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9"/>
          <p:cNvSpPr/>
          <p:nvPr>
            <p:ph idx="2" type="pic"/>
          </p:nvPr>
        </p:nvSpPr>
        <p:spPr>
          <a:xfrm>
            <a:off x="3289828" y="883475"/>
            <a:ext cx="4992000" cy="3357600"/>
          </a:xfrm>
          <a:prstGeom prst="roundRect">
            <a:avLst>
              <a:gd fmla="val 16667" name="adj"/>
            </a:avLst>
          </a:prstGeom>
        </p:spPr>
      </p:sp>
      <p:sp>
        <p:nvSpPr>
          <p:cNvPr id="433" name="Google Shape;433;p79"/>
          <p:cNvSpPr/>
          <p:nvPr>
            <p:ph idx="3" type="pic"/>
          </p:nvPr>
        </p:nvSpPr>
        <p:spPr>
          <a:xfrm>
            <a:off x="506007" y="665113"/>
            <a:ext cx="1750500" cy="3814200"/>
          </a:xfrm>
          <a:prstGeom prst="roundRect">
            <a:avLst>
              <a:gd fmla="val 16667" name="adj"/>
            </a:avLst>
          </a:prstGeom>
        </p:spPr>
      </p:sp>
      <p:pic>
        <p:nvPicPr>
          <p:cNvPr id="434" name="Google Shape;434;p79"/>
          <p:cNvPicPr preferRelativeResize="0"/>
          <p:nvPr/>
        </p:nvPicPr>
        <p:blipFill rotWithShape="1">
          <a:blip r:embed="rId3">
            <a:alphaModFix/>
          </a:blip>
          <a:srcRect b="89007" l="13460" r="19439" t="4055"/>
          <a:stretch/>
        </p:blipFill>
        <p:spPr>
          <a:xfrm>
            <a:off x="311150" y="493278"/>
            <a:ext cx="2172299" cy="311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0"/>
          <p:cNvSpPr/>
          <p:nvPr>
            <p:ph idx="2" type="pic"/>
          </p:nvPr>
        </p:nvSpPr>
        <p:spPr>
          <a:xfrm>
            <a:off x="3289828" y="883475"/>
            <a:ext cx="4992000" cy="3357600"/>
          </a:xfrm>
          <a:prstGeom prst="roundRect">
            <a:avLst>
              <a:gd fmla="val 16667" name="adj"/>
            </a:avLst>
          </a:prstGeom>
        </p:spPr>
      </p:sp>
      <p:sp>
        <p:nvSpPr>
          <p:cNvPr id="440" name="Google Shape;440;p80"/>
          <p:cNvSpPr/>
          <p:nvPr>
            <p:ph idx="3" type="pic"/>
          </p:nvPr>
        </p:nvSpPr>
        <p:spPr>
          <a:xfrm>
            <a:off x="431904" y="597516"/>
            <a:ext cx="1742700" cy="3916200"/>
          </a:xfrm>
          <a:prstGeom prst="roundRect">
            <a:avLst>
              <a:gd fmla="val 16667" name="adj"/>
            </a:avLst>
          </a:prstGeom>
        </p:spPr>
      </p:sp>
      <p:pic>
        <p:nvPicPr>
          <p:cNvPr id="441" name="Google Shape;441;p80"/>
          <p:cNvPicPr preferRelativeResize="0"/>
          <p:nvPr/>
        </p:nvPicPr>
        <p:blipFill rotWithShape="1">
          <a:blip r:embed="rId3">
            <a:alphaModFix/>
          </a:blip>
          <a:srcRect b="92453" l="0" r="0" t="0"/>
          <a:stretch/>
        </p:blipFill>
        <p:spPr>
          <a:xfrm>
            <a:off x="311150" y="491250"/>
            <a:ext cx="1975104" cy="31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1"/>
          <p:cNvSpPr txBox="1"/>
          <p:nvPr>
            <p:ph type="title"/>
          </p:nvPr>
        </p:nvSpPr>
        <p:spPr>
          <a:xfrm>
            <a:off x="311700" y="445025"/>
            <a:ext cx="5815500" cy="4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2"/>
          <p:cNvSpPr txBox="1"/>
          <p:nvPr>
            <p:ph type="title"/>
          </p:nvPr>
        </p:nvSpPr>
        <p:spPr>
          <a:xfrm>
            <a:off x="311700" y="445025"/>
            <a:ext cx="5815500" cy="4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3"/>
          <p:cNvSpPr txBox="1"/>
          <p:nvPr>
            <p:ph type="title"/>
          </p:nvPr>
        </p:nvSpPr>
        <p:spPr>
          <a:xfrm>
            <a:off x="311700" y="445025"/>
            <a:ext cx="5815500" cy="4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4"/>
          <p:cNvSpPr txBox="1"/>
          <p:nvPr>
            <p:ph type="title"/>
          </p:nvPr>
        </p:nvSpPr>
        <p:spPr>
          <a:xfrm>
            <a:off x="311275" y="186575"/>
            <a:ext cx="39687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84"/>
          <p:cNvSpPr txBox="1"/>
          <p:nvPr>
            <p:ph idx="1" type="body"/>
          </p:nvPr>
        </p:nvSpPr>
        <p:spPr>
          <a:xfrm>
            <a:off x="311150" y="2201325"/>
            <a:ext cx="3968400" cy="236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84"/>
          <p:cNvSpPr txBox="1"/>
          <p:nvPr>
            <p:ph idx="2" type="body"/>
          </p:nvPr>
        </p:nvSpPr>
        <p:spPr>
          <a:xfrm>
            <a:off x="5372100" y="624425"/>
            <a:ext cx="3557700" cy="378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85"/>
          <p:cNvSpPr txBox="1"/>
          <p:nvPr>
            <p:ph type="title"/>
          </p:nvPr>
        </p:nvSpPr>
        <p:spPr>
          <a:xfrm>
            <a:off x="311150" y="186575"/>
            <a:ext cx="3968400" cy="17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85"/>
          <p:cNvSpPr txBox="1"/>
          <p:nvPr>
            <p:ph idx="1" type="body"/>
          </p:nvPr>
        </p:nvSpPr>
        <p:spPr>
          <a:xfrm>
            <a:off x="311150" y="2201325"/>
            <a:ext cx="3968400" cy="236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85"/>
          <p:cNvSpPr txBox="1"/>
          <p:nvPr>
            <p:ph idx="2" type="body"/>
          </p:nvPr>
        </p:nvSpPr>
        <p:spPr>
          <a:xfrm>
            <a:off x="5372100" y="624425"/>
            <a:ext cx="3557700" cy="378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6"/>
          <p:cNvSpPr txBox="1"/>
          <p:nvPr>
            <p:ph idx="4294967295" type="body"/>
          </p:nvPr>
        </p:nvSpPr>
        <p:spPr>
          <a:xfrm>
            <a:off x="311775" y="1273875"/>
            <a:ext cx="47142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76" name="Google Shape;476;p86"/>
          <p:cNvSpPr txBox="1"/>
          <p:nvPr>
            <p:ph idx="1" type="body"/>
          </p:nvPr>
        </p:nvSpPr>
        <p:spPr>
          <a:xfrm>
            <a:off x="311700" y="1273950"/>
            <a:ext cx="86010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Ai2 has an account for </a:t>
            </a:r>
            <a:r>
              <a:rPr lang="en" u="sng">
                <a:solidFill>
                  <a:schemeClr val="hlink"/>
                </a:solidFill>
                <a:hlinkClick r:id="rId3"/>
              </a:rPr>
              <a:t>Noun Project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find the login credentials in 1Password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don’t already have access to 1Password, please message #it in Slack and request to be added to the Shared Vault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you find your icon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Noun Project, change the color to </a:t>
            </a:r>
            <a:r>
              <a:rPr b="1" lang="en"/>
              <a:t>HEX #0A3235 for light slide layouts</a:t>
            </a:r>
            <a:r>
              <a:rPr lang="en"/>
              <a:t> or </a:t>
            </a:r>
            <a:r>
              <a:rPr b="1" lang="en"/>
              <a:t>#FAF2E9 for dark slide layouts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 as .png and add image to your slide as normal</a:t>
            </a:r>
            <a:endParaRPr/>
          </a:p>
        </p:txBody>
      </p:sp>
      <p:sp>
        <p:nvSpPr>
          <p:cNvPr id="477" name="Google Shape;477;p86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Where can I find good icons?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7"/>
          <p:cNvSpPr txBox="1"/>
          <p:nvPr>
            <p:ph idx="1" type="subTitle"/>
          </p:nvPr>
        </p:nvSpPr>
        <p:spPr>
          <a:xfrm>
            <a:off x="914400" y="3251875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7"/>
          <p:cNvSpPr txBox="1"/>
          <p:nvPr>
            <p:ph idx="2" type="subTitle"/>
          </p:nvPr>
        </p:nvSpPr>
        <p:spPr>
          <a:xfrm>
            <a:off x="3384739" y="3251875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7"/>
          <p:cNvSpPr txBox="1"/>
          <p:nvPr>
            <p:ph idx="3" type="subTitle"/>
          </p:nvPr>
        </p:nvSpPr>
        <p:spPr>
          <a:xfrm>
            <a:off x="5855079" y="3251875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7"/>
          <p:cNvSpPr txBox="1"/>
          <p:nvPr>
            <p:ph idx="4" type="subTitle"/>
          </p:nvPr>
        </p:nvSpPr>
        <p:spPr>
          <a:xfrm>
            <a:off x="914400" y="2667825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7"/>
          <p:cNvSpPr txBox="1"/>
          <p:nvPr>
            <p:ph idx="5" type="subTitle"/>
          </p:nvPr>
        </p:nvSpPr>
        <p:spPr>
          <a:xfrm>
            <a:off x="3384739" y="2667825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87"/>
          <p:cNvSpPr txBox="1"/>
          <p:nvPr>
            <p:ph idx="6" type="subTitle"/>
          </p:nvPr>
        </p:nvSpPr>
        <p:spPr>
          <a:xfrm>
            <a:off x="5855079" y="2667825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87"/>
          <p:cNvSpPr/>
          <p:nvPr>
            <p:ph idx="7" type="pic"/>
          </p:nvPr>
        </p:nvSpPr>
        <p:spPr>
          <a:xfrm>
            <a:off x="1425975" y="1139075"/>
            <a:ext cx="1392300" cy="1279800"/>
          </a:xfrm>
          <a:prstGeom prst="rect">
            <a:avLst/>
          </a:prstGeom>
        </p:spPr>
      </p:sp>
      <p:sp>
        <p:nvSpPr>
          <p:cNvPr id="489" name="Google Shape;489;p87"/>
          <p:cNvSpPr/>
          <p:nvPr>
            <p:ph idx="8" type="pic"/>
          </p:nvPr>
        </p:nvSpPr>
        <p:spPr>
          <a:xfrm>
            <a:off x="3883900" y="1139075"/>
            <a:ext cx="1392300" cy="1279800"/>
          </a:xfrm>
          <a:prstGeom prst="rect">
            <a:avLst/>
          </a:prstGeom>
        </p:spPr>
      </p:sp>
      <p:sp>
        <p:nvSpPr>
          <p:cNvPr id="490" name="Google Shape;490;p87"/>
          <p:cNvSpPr/>
          <p:nvPr>
            <p:ph idx="9" type="pic"/>
          </p:nvPr>
        </p:nvSpPr>
        <p:spPr>
          <a:xfrm>
            <a:off x="6341825" y="1139075"/>
            <a:ext cx="1366200" cy="1255800"/>
          </a:xfrm>
          <a:prstGeom prst="rect">
            <a:avLst/>
          </a:prstGeom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8"/>
          <p:cNvSpPr txBox="1"/>
          <p:nvPr>
            <p:ph idx="1" type="subTitle"/>
          </p:nvPr>
        </p:nvSpPr>
        <p:spPr>
          <a:xfrm>
            <a:off x="362360" y="4018194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8"/>
          <p:cNvSpPr txBox="1"/>
          <p:nvPr>
            <p:ph idx="2" type="subTitle"/>
          </p:nvPr>
        </p:nvSpPr>
        <p:spPr>
          <a:xfrm>
            <a:off x="4475477" y="4018194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88"/>
          <p:cNvSpPr txBox="1"/>
          <p:nvPr>
            <p:ph idx="3" type="subTitle"/>
          </p:nvPr>
        </p:nvSpPr>
        <p:spPr>
          <a:xfrm>
            <a:off x="6515797" y="1934013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88"/>
          <p:cNvSpPr txBox="1"/>
          <p:nvPr>
            <p:ph idx="4" type="subTitle"/>
          </p:nvPr>
        </p:nvSpPr>
        <p:spPr>
          <a:xfrm>
            <a:off x="362360" y="3434144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88"/>
          <p:cNvSpPr txBox="1"/>
          <p:nvPr>
            <p:ph idx="5" type="subTitle"/>
          </p:nvPr>
        </p:nvSpPr>
        <p:spPr>
          <a:xfrm>
            <a:off x="4475477" y="3434144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88"/>
          <p:cNvSpPr txBox="1"/>
          <p:nvPr>
            <p:ph idx="6" type="subTitle"/>
          </p:nvPr>
        </p:nvSpPr>
        <p:spPr>
          <a:xfrm>
            <a:off x="6515797" y="1349963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88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88"/>
          <p:cNvSpPr txBox="1"/>
          <p:nvPr>
            <p:ph idx="7" type="subTitle"/>
          </p:nvPr>
        </p:nvSpPr>
        <p:spPr>
          <a:xfrm>
            <a:off x="2454532" y="1859888"/>
            <a:ext cx="2339700" cy="72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88"/>
          <p:cNvSpPr txBox="1"/>
          <p:nvPr>
            <p:ph idx="8" type="subTitle"/>
          </p:nvPr>
        </p:nvSpPr>
        <p:spPr>
          <a:xfrm>
            <a:off x="2454532" y="1275838"/>
            <a:ext cx="2339700" cy="6579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9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Tables</a:t>
            </a:r>
            <a:endParaRPr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graphicFrame>
        <p:nvGraphicFramePr>
          <p:cNvPr id="509" name="Google Shape;509;p89"/>
          <p:cNvGraphicFramePr/>
          <p:nvPr/>
        </p:nvGraphicFramePr>
        <p:xfrm>
          <a:off x="311100" y="127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{F5F503E7-CC8A-4E17-9C0E-CC09927F808C}</a:tableStyleId>
              </a:tblPr>
              <a:tblGrid>
                <a:gridCol w="2149650"/>
                <a:gridCol w="2149650"/>
                <a:gridCol w="2149650"/>
                <a:gridCol w="2149650"/>
              </a:tblGrid>
              <a:tr h="42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accent1"/>
                          </a:solidFill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Column 1</a:t>
                      </a:r>
                      <a:endParaRPr sz="1400" u="none" cap="none" strike="noStrike">
                        <a:solidFill>
                          <a:schemeClr val="accent1"/>
                        </a:solidFill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accent1"/>
                          </a:solidFill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Column 2</a:t>
                      </a:r>
                      <a:endParaRPr sz="1400" u="none" cap="none" strike="noStrike">
                        <a:solidFill>
                          <a:schemeClr val="accent1"/>
                        </a:solidFill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accent1"/>
                          </a:solidFill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Column 3</a:t>
                      </a:r>
                      <a:endParaRPr sz="1400" u="none" cap="none" strike="noStrike">
                        <a:solidFill>
                          <a:schemeClr val="accent1"/>
                        </a:solidFill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Row 1</a:t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Text</a:t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Row 2</a:t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7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90"/>
          <p:cNvSpPr txBox="1"/>
          <p:nvPr>
            <p:ph idx="4294967295" type="body"/>
          </p:nvPr>
        </p:nvSpPr>
        <p:spPr>
          <a:xfrm>
            <a:off x="311775" y="1273875"/>
            <a:ext cx="47142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15" name="Google Shape;515;p90"/>
          <p:cNvSpPr txBox="1"/>
          <p:nvPr>
            <p:ph idx="1" type="body"/>
          </p:nvPr>
        </p:nvSpPr>
        <p:spPr>
          <a:xfrm>
            <a:off x="311700" y="1273950"/>
            <a:ext cx="8601000" cy="3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photography with a busy background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 images with enough blank space that the text doesn’t overlap with the focus of the photo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examples below</a:t>
            </a:r>
            <a:endParaRPr/>
          </a:p>
        </p:txBody>
      </p:sp>
      <p:sp>
        <p:nvSpPr>
          <p:cNvPr id="516" name="Google Shape;516;p90"/>
          <p:cNvSpPr txBox="1"/>
          <p:nvPr>
            <p:ph type="title"/>
          </p:nvPr>
        </p:nvSpPr>
        <p:spPr>
          <a:xfrm>
            <a:off x="311700" y="167200"/>
            <a:ext cx="811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When placing text over photography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91"/>
          <p:cNvSpPr txBox="1"/>
          <p:nvPr>
            <p:ph idx="1" type="subTitle"/>
          </p:nvPr>
        </p:nvSpPr>
        <p:spPr>
          <a:xfrm>
            <a:off x="311150" y="3044950"/>
            <a:ext cx="7481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91"/>
          <p:cNvSpPr txBox="1"/>
          <p:nvPr>
            <p:ph type="title"/>
          </p:nvPr>
        </p:nvSpPr>
        <p:spPr>
          <a:xfrm>
            <a:off x="311150" y="1444750"/>
            <a:ext cx="4218900" cy="11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92"/>
          <p:cNvSpPr txBox="1"/>
          <p:nvPr>
            <p:ph idx="1" type="subTitle"/>
          </p:nvPr>
        </p:nvSpPr>
        <p:spPr>
          <a:xfrm>
            <a:off x="311150" y="3044950"/>
            <a:ext cx="7481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92"/>
          <p:cNvSpPr txBox="1"/>
          <p:nvPr>
            <p:ph type="title"/>
          </p:nvPr>
        </p:nvSpPr>
        <p:spPr>
          <a:xfrm>
            <a:off x="311150" y="1444750"/>
            <a:ext cx="4218900" cy="11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3"/>
          <p:cNvSpPr txBox="1"/>
          <p:nvPr>
            <p:ph idx="1" type="subTitle"/>
          </p:nvPr>
        </p:nvSpPr>
        <p:spPr>
          <a:xfrm>
            <a:off x="311150" y="3044950"/>
            <a:ext cx="7481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4" name="Google Shape;534;p93"/>
          <p:cNvSpPr txBox="1"/>
          <p:nvPr>
            <p:ph type="title"/>
          </p:nvPr>
        </p:nvSpPr>
        <p:spPr>
          <a:xfrm>
            <a:off x="311150" y="1444750"/>
            <a:ext cx="4218900" cy="11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4"/>
          <p:cNvSpPr txBox="1"/>
          <p:nvPr>
            <p:ph idx="1" type="subTitle"/>
          </p:nvPr>
        </p:nvSpPr>
        <p:spPr>
          <a:xfrm>
            <a:off x="311150" y="3044950"/>
            <a:ext cx="7481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0" name="Google Shape;540;p94"/>
          <p:cNvSpPr txBox="1"/>
          <p:nvPr>
            <p:ph type="title"/>
          </p:nvPr>
        </p:nvSpPr>
        <p:spPr>
          <a:xfrm>
            <a:off x="311150" y="1444750"/>
            <a:ext cx="4218900" cy="11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arthRanger">
  <a:themeElements>
    <a:clrScheme name="Simple Light">
      <a:dk1>
        <a:srgbClr val="0A3235"/>
      </a:dk1>
      <a:lt1>
        <a:srgbClr val="105257"/>
      </a:lt1>
      <a:dk2>
        <a:srgbClr val="0A3535"/>
      </a:dk2>
      <a:lt2>
        <a:srgbClr val="63666A"/>
      </a:lt2>
      <a:accent1>
        <a:srgbClr val="FAF2E9"/>
      </a:accent1>
      <a:accent2>
        <a:srgbClr val="FAF2E9"/>
      </a:accent2>
      <a:accent3>
        <a:srgbClr val="FAF2E9"/>
      </a:accent3>
      <a:accent4>
        <a:srgbClr val="0FCB8C"/>
      </a:accent4>
      <a:accent5>
        <a:srgbClr val="F0529C"/>
      </a:accent5>
      <a:accent6>
        <a:srgbClr val="B11BE8"/>
      </a:accent6>
      <a:hlink>
        <a:srgbClr val="0056C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